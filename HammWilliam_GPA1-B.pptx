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E06A05-E186-4701-8DB6-ABB3682333EF}" v="9" dt="2025-09-01T12:43:31.7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mm, William C." userId="5c3aafc2-0a21-4877-986c-92869d9b4f9a" providerId="ADAL" clId="{33E06A05-E186-4701-8DB6-ABB3682333EF}"/>
    <pc:docChg chg="custSel addSld delSld modSld">
      <pc:chgData name="Hamm, William C." userId="5c3aafc2-0a21-4877-986c-92869d9b4f9a" providerId="ADAL" clId="{33E06A05-E186-4701-8DB6-ABB3682333EF}" dt="2025-09-01T12:43:32.990" v="55" actId="962"/>
      <pc:docMkLst>
        <pc:docMk/>
      </pc:docMkLst>
      <pc:sldChg chg="addSp delSp modSp mod">
        <pc:chgData name="Hamm, William C." userId="5c3aafc2-0a21-4877-986c-92869d9b4f9a" providerId="ADAL" clId="{33E06A05-E186-4701-8DB6-ABB3682333EF}" dt="2025-09-01T12:38:29.472" v="51" actId="1076"/>
        <pc:sldMkLst>
          <pc:docMk/>
          <pc:sldMk cId="578384285" sldId="257"/>
        </pc:sldMkLst>
        <pc:picChg chg="add del mod">
          <ac:chgData name="Hamm, William C." userId="5c3aafc2-0a21-4877-986c-92869d9b4f9a" providerId="ADAL" clId="{33E06A05-E186-4701-8DB6-ABB3682333EF}" dt="2025-09-01T12:36:31.967" v="32" actId="478"/>
          <ac:picMkLst>
            <pc:docMk/>
            <pc:sldMk cId="578384285" sldId="257"/>
            <ac:picMk id="3" creationId="{8B5C9E3E-1DA4-8813-2B24-4202B6AD00C8}"/>
          </ac:picMkLst>
        </pc:picChg>
        <pc:picChg chg="add del mod">
          <ac:chgData name="Hamm, William C." userId="5c3aafc2-0a21-4877-986c-92869d9b4f9a" providerId="ADAL" clId="{33E06A05-E186-4701-8DB6-ABB3682333EF}" dt="2025-09-01T12:36:48.225" v="36" actId="478"/>
          <ac:picMkLst>
            <pc:docMk/>
            <pc:sldMk cId="578384285" sldId="257"/>
            <ac:picMk id="5" creationId="{C76CA20A-A7E7-6091-9550-ADE745A66C61}"/>
          </ac:picMkLst>
        </pc:picChg>
        <pc:picChg chg="add del mod">
          <ac:chgData name="Hamm, William C." userId="5c3aafc2-0a21-4877-986c-92869d9b4f9a" providerId="ADAL" clId="{33E06A05-E186-4701-8DB6-ABB3682333EF}" dt="2025-09-01T12:37:18.166" v="40" actId="478"/>
          <ac:picMkLst>
            <pc:docMk/>
            <pc:sldMk cId="578384285" sldId="257"/>
            <ac:picMk id="7" creationId="{9C04521E-0C2B-24C1-A53F-22303FEFD2DA}"/>
          </ac:picMkLst>
        </pc:picChg>
        <pc:picChg chg="add del mod">
          <ac:chgData name="Hamm, William C." userId="5c3aafc2-0a21-4877-986c-92869d9b4f9a" providerId="ADAL" clId="{33E06A05-E186-4701-8DB6-ABB3682333EF}" dt="2025-09-01T12:37:49.908" v="44" actId="478"/>
          <ac:picMkLst>
            <pc:docMk/>
            <pc:sldMk cId="578384285" sldId="257"/>
            <ac:picMk id="9" creationId="{27829870-4731-1C7A-8798-F84C0F587B01}"/>
          </ac:picMkLst>
        </pc:picChg>
        <pc:picChg chg="add mod">
          <ac:chgData name="Hamm, William C." userId="5c3aafc2-0a21-4877-986c-92869d9b4f9a" providerId="ADAL" clId="{33E06A05-E186-4701-8DB6-ABB3682333EF}" dt="2025-09-01T12:38:29.472" v="51" actId="1076"/>
          <ac:picMkLst>
            <pc:docMk/>
            <pc:sldMk cId="578384285" sldId="257"/>
            <ac:picMk id="11" creationId="{4B5B3A83-DD45-B9A7-40BD-ED59A2C3D4A7}"/>
          </ac:picMkLst>
        </pc:picChg>
      </pc:sldChg>
      <pc:sldChg chg="addSp delSp modSp new mod">
        <pc:chgData name="Hamm, William C." userId="5c3aafc2-0a21-4877-986c-92869d9b4f9a" providerId="ADAL" clId="{33E06A05-E186-4701-8DB6-ABB3682333EF}" dt="2025-09-01T12:35:17.104" v="31" actId="1076"/>
        <pc:sldMkLst>
          <pc:docMk/>
          <pc:sldMk cId="1112189041" sldId="258"/>
        </pc:sldMkLst>
        <pc:picChg chg="add del mod">
          <ac:chgData name="Hamm, William C." userId="5c3aafc2-0a21-4877-986c-92869d9b4f9a" providerId="ADAL" clId="{33E06A05-E186-4701-8DB6-ABB3682333EF}" dt="2025-09-01T12:34:13.579" v="20" actId="478"/>
          <ac:picMkLst>
            <pc:docMk/>
            <pc:sldMk cId="1112189041" sldId="258"/>
            <ac:picMk id="3" creationId="{CA923FCD-0D7D-D06C-3D88-8FB7CC29A3C4}"/>
          </ac:picMkLst>
        </pc:picChg>
        <pc:picChg chg="add del mod">
          <ac:chgData name="Hamm, William C." userId="5c3aafc2-0a21-4877-986c-92869d9b4f9a" providerId="ADAL" clId="{33E06A05-E186-4701-8DB6-ABB3682333EF}" dt="2025-09-01T12:34:42.689" v="24" actId="478"/>
          <ac:picMkLst>
            <pc:docMk/>
            <pc:sldMk cId="1112189041" sldId="258"/>
            <ac:picMk id="5" creationId="{092FC5C1-C282-A5B8-039D-9A2E8F0F4512}"/>
          </ac:picMkLst>
        </pc:picChg>
        <pc:picChg chg="add mod">
          <ac:chgData name="Hamm, William C." userId="5c3aafc2-0a21-4877-986c-92869d9b4f9a" providerId="ADAL" clId="{33E06A05-E186-4701-8DB6-ABB3682333EF}" dt="2025-09-01T12:35:17.104" v="31" actId="1076"/>
          <ac:picMkLst>
            <pc:docMk/>
            <pc:sldMk cId="1112189041" sldId="258"/>
            <ac:picMk id="7" creationId="{491C64BF-1F34-135C-227D-38C0110ACB89}"/>
          </ac:picMkLst>
        </pc:picChg>
      </pc:sldChg>
      <pc:sldChg chg="new del">
        <pc:chgData name="Hamm, William C." userId="5c3aafc2-0a21-4877-986c-92869d9b4f9a" providerId="ADAL" clId="{33E06A05-E186-4701-8DB6-ABB3682333EF}" dt="2025-09-01T12:09:57.007" v="1" actId="2696"/>
        <pc:sldMkLst>
          <pc:docMk/>
          <pc:sldMk cId="3750902155" sldId="258"/>
        </pc:sldMkLst>
      </pc:sldChg>
      <pc:sldChg chg="addSp modSp new mod">
        <pc:chgData name="Hamm, William C." userId="5c3aafc2-0a21-4877-986c-92869d9b4f9a" providerId="ADAL" clId="{33E06A05-E186-4701-8DB6-ABB3682333EF}" dt="2025-09-01T12:43:32.990" v="55" actId="962"/>
        <pc:sldMkLst>
          <pc:docMk/>
          <pc:sldMk cId="2802822201" sldId="259"/>
        </pc:sldMkLst>
        <pc:picChg chg="add mod">
          <ac:chgData name="Hamm, William C." userId="5c3aafc2-0a21-4877-986c-92869d9b4f9a" providerId="ADAL" clId="{33E06A05-E186-4701-8DB6-ABB3682333EF}" dt="2025-09-01T12:43:32.990" v="55" actId="962"/>
          <ac:picMkLst>
            <pc:docMk/>
            <pc:sldMk cId="2802822201" sldId="259"/>
            <ac:picMk id="3" creationId="{70FC42B5-B50E-BEB1-B31A-91924E27CD3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8336D-F70D-FC70-983D-28D0793BD1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A5360F-D929-2D99-F2DF-7FC041B0B3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A9F38-2D76-ABC2-9DAF-278F0BF80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D9845-D668-407E-B4AC-3C2BBCD65D30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FEB413-DD73-8839-3AAC-979254144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7797C5-85C2-E2B6-0E79-18A9C73CA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A910C-060E-4295-9276-526BE53B1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73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2D69D-F140-B538-FBCE-7D78D98EE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1047B8-FFD9-049B-B95C-3232A886F5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95A946-274E-A9B8-9FCA-D77223BD4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D9845-D668-407E-B4AC-3C2BBCD65D30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E61EC4-502C-CC86-7BF0-2B0359A15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213BAA-C567-55E8-D366-F883EF939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A910C-060E-4295-9276-526BE53B1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507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C2407-E352-4B8C-C8BB-34BF4A7E9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71026A-E40E-A9E3-DC22-49E2922EFE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77C7D-0A61-D9DE-F601-7C99F6BC4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D9845-D668-407E-B4AC-3C2BBCD65D30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27574-1DAB-10B1-B86D-B18CB79F3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2B1DEE-1FCF-09FB-FD49-3A60D7CD6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A910C-060E-4295-9276-526BE53B1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454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B2005-AC2A-746A-52E5-DEB4A18DA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E12353-1C5C-3F24-4209-91757EBEB0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7DD081-F6BB-8476-6663-325894ADDA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BE0236-868E-A724-5D1E-B8B5211D9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D9845-D668-407E-B4AC-3C2BBCD65D30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E0C4B5-AE39-DA02-E216-D8470F3CF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861268-E18F-0739-A366-1567A1085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A910C-060E-4295-9276-526BE53B1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973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77E7D-9D70-0867-BF60-7A2BB7B18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DCE28D-405E-F77C-35D5-25CC755AC9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6A83EF-8966-776D-D3E3-9D9AF68076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F9ADF1-1D61-3AA8-FDBA-3281EADBAB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EEE62E-A62E-1D87-7091-549E28E49F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E2B1E2-D3CA-1E3D-DB12-018C27AC7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D9845-D668-407E-B4AC-3C2BBCD65D30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609C2B-1825-0BE9-42C0-460C2ADEC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B3801D-C019-80D0-8992-1CA90917A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A910C-060E-4295-9276-526BE53B1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3812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7DFAE-CAF3-1EAD-1C40-95470C41E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F6A3D7-C5E5-E5FE-D133-C4CF9ABD2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D9845-D668-407E-B4AC-3C2BBCD65D30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B6BC27-B354-3795-E5CB-319450505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AEE6AB-4FAD-B8BF-A49A-DD650E16D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A910C-060E-4295-9276-526BE53B1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188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62CB28-DC99-9657-A17C-1D302F86E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D9845-D668-407E-B4AC-3C2BBCD65D30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C4BE54-90C7-1A94-9109-130B6446D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5F2395-8EBA-B286-E502-7DC8EA1E9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A910C-060E-4295-9276-526BE53B1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274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8D29C-863E-6E9C-0C7A-F510C0991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45A91D-8B52-DFC8-BEBB-EF21F6788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48DB4D-5A23-D0AC-C358-200F6A6DAD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C5F1AD-0A45-7871-C81D-80D700A59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D9845-D668-407E-B4AC-3C2BBCD65D30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D0A09-AFAA-63C6-FC3C-0877CCC62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A43BAE-6A1A-F20A-0806-86CAFE2A9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A910C-060E-4295-9276-526BE53B1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928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765BC-827B-D36E-9A28-4007E9BC9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B3E818-6467-FD11-B495-758FA32FDB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9AB12B-57A2-488B-87C0-6A1FD5F2DB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FFA558-DE3F-4420-B92B-1C259122E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D9845-D668-407E-B4AC-3C2BBCD65D30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1EDA88-F438-F058-12CD-3D55FF7DE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E9FBC5-FF7B-73C2-CCA2-D81FF7EF5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A910C-060E-4295-9276-526BE53B1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943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87DFF-103A-8CA4-39AE-80B87CA91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799C02-2502-0E3C-BF6B-7322407FF8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9AFCF3-676A-99D9-D784-7B6BE9FAD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D9845-D668-407E-B4AC-3C2BBCD65D30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3500E6-119D-F1D7-6957-4F9386F90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33ED7C-A6B9-AAB0-7C3D-4B3DB6546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A910C-060E-4295-9276-526BE53B1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452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539A78-01EA-2BB5-174E-F7FE97A51E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7BC45E-BEF5-0F14-A7D0-178571D7B6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D221A6-5C69-C651-22C8-DA68730E5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D9845-D668-407E-B4AC-3C2BBCD65D30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E8DA9F-CD21-6E16-0A14-5FD6F98FF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FA4594-45C7-40E2-53B8-4166127D7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A910C-060E-4295-9276-526BE53B1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402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6C4447-3FB6-F20F-3AC5-A72156811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5897F7-B90F-6298-1079-6AD6E87F44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AFDD62-12EE-12F4-6244-32000E240F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5D9845-D668-407E-B4AC-3C2BBCD65D30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987212-BCEC-25C9-4C63-39D063D918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6E4076-5ED8-2ECC-EAD4-397A73C7B2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7A910C-060E-4295-9276-526BE53B1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435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8FB4E-20D9-3F56-80E2-46330937E6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William Hamm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93FAA1-3F90-EAB3-C2CA-16017F4D7C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GPA1-B</a:t>
            </a:r>
          </a:p>
          <a:p>
            <a:r>
              <a:rPr lang="en-US" dirty="0"/>
              <a:t>08/30/25</a:t>
            </a:r>
          </a:p>
        </p:txBody>
      </p:sp>
    </p:spTree>
    <p:extLst>
      <p:ext uri="{BB962C8B-B14F-4D97-AF65-F5344CB8AC3E}">
        <p14:creationId xmlns:p14="http://schemas.microsoft.com/office/powerpoint/2010/main" val="1236034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table with numbers and letters&#10;&#10;AI-generated content may be incorrect.">
            <a:extLst>
              <a:ext uri="{FF2B5EF4-FFF2-40B4-BE49-F238E27FC236}">
                <a16:creationId xmlns:a16="http://schemas.microsoft.com/office/drawing/2014/main" id="{4B5B3A83-DD45-B9A7-40BD-ED59A2C3D4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2484" y="1449779"/>
            <a:ext cx="6847032" cy="3958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3842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491C64BF-1F34-135C-227D-38C0110ACB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4907" y="2149804"/>
            <a:ext cx="9682186" cy="2558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1890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0FC42B5-B50E-BEB1-B31A-91924E27CD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261" y="133064"/>
            <a:ext cx="10135478" cy="6591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8222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4</Words>
  <Application>Microsoft Office PowerPoint</Application>
  <PresentationFormat>Widescreen</PresentationFormat>
  <Paragraphs>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William Hamm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Hamm, William C.</dc:creator>
  <cp:lastModifiedBy>Hamm, William C.</cp:lastModifiedBy>
  <cp:revision>1</cp:revision>
  <dcterms:created xsi:type="dcterms:W3CDTF">2025-09-01T12:04:56Z</dcterms:created>
  <dcterms:modified xsi:type="dcterms:W3CDTF">2025-09-01T12:43:40Z</dcterms:modified>
</cp:coreProperties>
</file>